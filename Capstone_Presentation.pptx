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CAPSTONE PROJECT —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AI-Based Renewable Energy Source Selection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Renewable energy sources include solar and wind power.</a:t>
            </a:r>
          </a:p>
          <a:p>
            <a:pPr>
              <a:spcAft>
                <a:spcPts val="1500"/>
              </a:spcAft>
              <a:defRPr sz="2200"/>
            </a:pPr>
            <a:r>
              <a:t>Their suitability depends on weather and site conditions.</a:t>
            </a:r>
          </a:p>
          <a:p>
            <a:pPr>
              <a:spcAft>
                <a:spcPts val="1500"/>
              </a:spcAft>
              <a:defRPr sz="2200"/>
            </a:pPr>
            <a:r>
              <a:t>This project demonstrates machine learning for an initial educational recommendation.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2.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Problem: choosing a suitable renewable source needs analysis of local conditions.</a:t>
            </a:r>
          </a:p>
          <a:p>
            <a:pPr>
              <a:spcAft>
                <a:spcPts val="1500"/>
              </a:spcAft>
              <a:defRPr sz="2200"/>
            </a:pPr>
            <a:r>
              <a:t>Collect or prepare labelled data and explore feature relationships.</a:t>
            </a:r>
          </a:p>
          <a:p>
            <a:pPr>
              <a:spcAft>
                <a:spcPts val="1500"/>
              </a:spcAft>
              <a:defRPr sz="2200"/>
            </a:pPr>
            <a:r>
              <a:t>Train and compare machine-learning models.</a:t>
            </a:r>
          </a:p>
          <a:p>
            <a:pPr>
              <a:spcAft>
                <a:spcPts val="1500"/>
              </a:spcAft>
              <a:defRPr sz="2200"/>
            </a:pPr>
            <a:r>
              <a:t>Build a simple dashboard with prediction and supporting graphs.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3. Dataset and Input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Dataset: 1,800 simulated educational records (not measured field data).</a:t>
            </a:r>
          </a:p>
          <a:p>
            <a:pPr>
              <a:spcAft>
                <a:spcPts val="1500"/>
              </a:spcAft>
              <a:defRPr sz="2200"/>
            </a:pPr>
            <a:r>
              <a:t>Inputs: irradiance, wind speed, temperature, humidity, cloud cover, hour, and month.</a:t>
            </a:r>
          </a:p>
          <a:p>
            <a:pPr>
              <a:spcAft>
                <a:spcPts val="1500"/>
              </a:spcAft>
              <a:defRPr sz="2200"/>
            </a:pPr>
            <a:r>
              <a:t>Output categories: Solar, Wind, Both, Low Potential.</a:t>
            </a:r>
          </a:p>
          <a:p>
            <a:pPr>
              <a:spcAft>
                <a:spcPts val="1500"/>
              </a:spcAft>
              <a:defRPr sz="2200"/>
            </a:pPr>
            <a:r>
              <a:t>Simplified indices are for demonstration only; they are not actual kWh.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4. 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Python — programming language</a:t>
            </a:r>
          </a:p>
          <a:p>
            <a:pPr>
              <a:spcAft>
                <a:spcPts val="1500"/>
              </a:spcAft>
              <a:defRPr sz="2200"/>
            </a:pPr>
            <a:r>
              <a:t>Pandas and NumPy — data handling</a:t>
            </a:r>
          </a:p>
          <a:p>
            <a:pPr>
              <a:spcAft>
                <a:spcPts val="1500"/>
              </a:spcAft>
              <a:defRPr sz="2200"/>
            </a:pPr>
            <a:r>
              <a:t>Scikit-learn — preprocessing, model training, evaluation</a:t>
            </a:r>
          </a:p>
          <a:p>
            <a:pPr>
              <a:spcAft>
                <a:spcPts val="1500"/>
              </a:spcAft>
              <a:defRPr sz="2200"/>
            </a:pPr>
            <a:r>
              <a:t>Matplotlib — graphs and confusion matrix</a:t>
            </a:r>
          </a:p>
          <a:p>
            <a:pPr>
              <a:spcAft>
                <a:spcPts val="1500"/>
              </a:spcAft>
              <a:defRPr sz="2200"/>
            </a:pPr>
            <a:r>
              <a:t>Streamlit — interactive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5. Proposed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Simulated dataset → preprocessing → train/test split</a:t>
            </a:r>
          </a:p>
          <a:p>
            <a:pPr>
              <a:spcAft>
                <a:spcPts val="1500"/>
              </a:spcAft>
              <a:defRPr sz="2200"/>
            </a:pPr>
            <a:r>
              <a:t>Train Decision Tree and Random Forest classifiers</a:t>
            </a:r>
          </a:p>
          <a:p>
            <a:pPr>
              <a:spcAft>
                <a:spcPts val="1500"/>
              </a:spcAft>
              <a:defRPr sz="2200"/>
            </a:pPr>
            <a:r>
              <a:t>Evaluate accuracy and weighted F1-score on unseen test data</a:t>
            </a:r>
          </a:p>
          <a:p>
            <a:pPr>
              <a:spcAft>
                <a:spcPts val="1500"/>
              </a:spcAft>
              <a:defRPr sz="2200"/>
            </a:pPr>
            <a:r>
              <a:t>Save the best model and display results in Streamlit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6. Machine Learning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Decision Tree: learns rule-based splits from input features.</a:t>
            </a:r>
          </a:p>
          <a:p>
            <a:pPr>
              <a:spcAft>
                <a:spcPts val="1500"/>
              </a:spcAft>
              <a:defRPr sz="2200"/>
            </a:pPr>
            <a:r>
              <a:t>Random Forest: combines multiple decision trees.</a:t>
            </a:r>
          </a:p>
          <a:p>
            <a:pPr>
              <a:spcAft>
                <a:spcPts val="1500"/>
              </a:spcAft>
              <a:defRPr sz="2200"/>
            </a:pPr>
            <a:r>
              <a:t>Baseline: most-frequent class provides a simple comparison.</a:t>
            </a:r>
          </a:p>
          <a:p>
            <a:pPr>
              <a:spcAft>
                <a:spcPts val="1500"/>
              </a:spcAft>
              <a:defRPr sz="2200"/>
            </a:pPr>
            <a:r>
              <a:t>The script selects the best of the two main models by weighted F1-score.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500"/>
              </a:spcAft>
              <a:defRPr sz="2200"/>
            </a:pPr>
            <a:r>
              <a:t>Decision Tree — Accuracy: 90.56%, Weighted F1: 0.9071</a:t>
            </a:r>
          </a:p>
          <a:p>
            <a:pPr>
              <a:spcAft>
                <a:spcPts val="1500"/>
              </a:spcAft>
              <a:defRPr sz="2200"/>
            </a:pPr>
            <a:r>
              <a:t>Random Forest — Accuracy: 93.61%, Weighted F1: 0.9359</a:t>
            </a:r>
          </a:p>
          <a:p>
            <a:pPr>
              <a:spcAft>
                <a:spcPts val="1500"/>
              </a:spcAft>
              <a:defRPr sz="2200"/>
            </a:pPr>
            <a:r>
              <a:t>Most-frequent baseline — Accuracy: 55.83%, Weighted F1: 0.4001</a:t>
            </a:r>
          </a:p>
          <a:p>
            <a:pPr>
              <a:spcAft>
                <a:spcPts val="1500"/>
              </a:spcAft>
              <a:defRPr sz="2200"/>
            </a:pPr>
            <a:r>
              <a:t>Random Forest selected by highest weighted F1-score.</a:t>
            </a:r>
          </a:p>
          <a:p>
            <a:pPr>
              <a:spcAft>
                <a:spcPts val="1500"/>
              </a:spcAft>
              <a:defRPr sz="2200"/>
            </a:pPr>
            <a:r>
              <a:t>Scores apply only to simulated labels, not real-world performance.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7.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Accuracy = correct predictions / total predictions.</a:t>
            </a:r>
          </a:p>
          <a:p>
            <a:pPr>
              <a:spcAft>
                <a:spcPts val="1500"/>
              </a:spcAft>
              <a:defRPr sz="2200"/>
            </a:pPr>
            <a:r>
              <a:t>Weighted F1-score combines precision and recall across classes.</a:t>
            </a:r>
          </a:p>
          <a:p>
            <a:pPr>
              <a:spcAft>
                <a:spcPts val="1500"/>
              </a:spcAft>
              <a:defRPr sz="2200"/>
            </a:pPr>
            <a:r>
              <a:t>Run train_model.py to generate the real metric values for this package.</a:t>
            </a:r>
          </a:p>
          <a:p>
            <a:pPr>
              <a:spcAft>
                <a:spcPts val="1500"/>
              </a:spcAft>
              <a:defRPr sz="2200"/>
            </a:pPr>
            <a:r>
              <a:t>Scores measure learning of simulated labels, not real-world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8. 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User can adjust weather and site values.</a:t>
            </a:r>
          </a:p>
          <a:p>
            <a:pPr>
              <a:spcAft>
                <a:spcPts val="1500"/>
              </a:spcAft>
              <a:defRPr sz="2200"/>
            </a:pPr>
            <a:r>
              <a:t>Dashboard predicts Solar, Wind, Both, or Low Potential.</a:t>
            </a:r>
          </a:p>
          <a:p>
            <a:pPr>
              <a:spcAft>
                <a:spcPts val="1500"/>
              </a:spcAft>
              <a:defRPr sz="2200"/>
            </a:pPr>
            <a:r>
              <a:t>Shows model class scores and sample dataset visualizations.</a:t>
            </a:r>
          </a:p>
          <a:p>
            <a:pPr>
              <a:spcAft>
                <a:spcPts val="1500"/>
              </a:spcAft>
              <a:defRPr sz="2200"/>
            </a:pPr>
            <a:r>
              <a:t>Streamlit app: run `streamlit run app.py` after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9. Limitations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Current dataset is simulated; outputs are not engineering recommendations.</a:t>
            </a:r>
          </a:p>
          <a:p>
            <a:pPr>
              <a:spcAft>
                <a:spcPts val="1500"/>
              </a:spcAft>
              <a:defRPr sz="2200"/>
            </a:pPr>
            <a:r>
              <a:t>Does not include terrain, costs, grid access, shading, or detailed equipment design.</a:t>
            </a:r>
          </a:p>
          <a:p>
            <a:pPr>
              <a:spcAft>
                <a:spcPts val="1500"/>
              </a:spcAft>
              <a:defRPr sz="2200"/>
            </a:pPr>
            <a:r>
              <a:t>Future: use verified public data and measured generation in kWh.</a:t>
            </a:r>
          </a:p>
          <a:p>
            <a:pPr>
              <a:spcAft>
                <a:spcPts val="1500"/>
              </a:spcAft>
              <a:defRPr sz="2200"/>
            </a:pPr>
            <a:r>
              <a:t>Validate across real sites and add cost and uncertainty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200"/>
            </a:pPr>
            <a:r>
              <a:t>The prototype demonstrates an end-to-end ML workflow.</a:t>
            </a:r>
          </a:p>
          <a:p>
            <a:pPr>
              <a:spcAft>
                <a:spcPts val="1500"/>
              </a:spcAft>
              <a:defRPr sz="2200"/>
            </a:pPr>
            <a:r>
              <a:t>It includes data preparation, model comparison, evaluation, and dashboard visualization.</a:t>
            </a:r>
          </a:p>
          <a:p>
            <a:pPr>
              <a:spcAft>
                <a:spcPts val="1500"/>
              </a:spcAft>
              <a:defRPr sz="2200"/>
            </a:pPr>
            <a:r>
              <a:t>It is intended for learning only and cannot replace a professional feasibility study.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43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